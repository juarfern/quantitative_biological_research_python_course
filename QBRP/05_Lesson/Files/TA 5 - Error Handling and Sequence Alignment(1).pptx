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34" autoAdjust="0"/>
  </p:normalViewPr>
  <p:slideViewPr>
    <p:cSldViewPr snapToGrid="0">
      <p:cViewPr varScale="1">
        <p:scale>
          <a:sx n="70" d="100"/>
          <a:sy n="70" d="100"/>
        </p:scale>
        <p:origin x="7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26-Nov-19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40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26-Nov-19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70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26-Nov-19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6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26-Nov-19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2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26-Nov-19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98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26-Nov-19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9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26-Nov-19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62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26-Nov-19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0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26-Nov-19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9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26-Nov-19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59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26-Nov-19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88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C2CBD-171B-4CF1-AEF8-3F52DBC11674}" type="datetimeFigureOut">
              <a:rPr lang="en-US" smtClean="0"/>
              <a:t>26-Nov-19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2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ipython.org/ipython-doc/3/interactive/magics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heatography.com/weidadeyue/cheat-sheets/jupyter-notebook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Quantitative Biological Research with Python (92847)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41654"/>
            <a:ext cx="9144000" cy="1655762"/>
          </a:xfrm>
        </p:spPr>
        <p:txBody>
          <a:bodyPr/>
          <a:lstStyle/>
          <a:p>
            <a:r>
              <a:rPr lang="en-US" dirty="0" smtClean="0"/>
              <a:t>TA 5 – Error Handling and Sequence Alignment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49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Error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Stack traces</a:t>
            </a:r>
          </a:p>
          <a:p>
            <a:r>
              <a:rPr lang="en-US" dirty="0" smtClean="0"/>
              <a:t>Exceptions</a:t>
            </a:r>
          </a:p>
          <a:p>
            <a:r>
              <a:rPr lang="en-US" dirty="0" smtClean="0"/>
              <a:t>try, except, </a:t>
            </a:r>
            <a:r>
              <a:rPr lang="en-US" dirty="0" smtClean="0"/>
              <a:t>finally</a:t>
            </a:r>
            <a:r>
              <a:rPr lang="en-US" dirty="0" smtClean="0"/>
              <a:t>[, </a:t>
            </a:r>
            <a:r>
              <a:rPr lang="en-US" dirty="0" smtClean="0"/>
              <a:t>else]</a:t>
            </a:r>
            <a:endParaRPr lang="en-US" dirty="0" smtClean="0"/>
          </a:p>
          <a:p>
            <a:r>
              <a:rPr lang="en-US" dirty="0" smtClean="0"/>
              <a:t>Raising exceptions</a:t>
            </a:r>
          </a:p>
          <a:p>
            <a:r>
              <a:rPr lang="en-US" dirty="0" smtClean="0"/>
              <a:t>assert</a:t>
            </a:r>
          </a:p>
          <a:p>
            <a:r>
              <a:rPr lang="en-US" dirty="0" smtClean="0"/>
              <a:t>with</a:t>
            </a:r>
          </a:p>
        </p:txBody>
      </p:sp>
    </p:spTree>
    <p:extLst>
      <p:ext uri="{BB962C8B-B14F-4D97-AF65-F5344CB8AC3E}">
        <p14:creationId xmlns:p14="http://schemas.microsoft.com/office/powerpoint/2010/main" val="1817406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Sequence alignment in </a:t>
            </a:r>
            <a:r>
              <a:rPr lang="en-US" dirty="0" err="1" smtClean="0"/>
              <a:t>Biopython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Biopython’s</a:t>
            </a:r>
            <a:r>
              <a:rPr lang="en-US" dirty="0" smtClean="0"/>
              <a:t> sequence alignment algorithms are quite limited (and slow)</a:t>
            </a:r>
          </a:p>
          <a:p>
            <a:r>
              <a:rPr lang="en-US" dirty="0" smtClean="0"/>
              <a:t>Pairwise alignment is supported, but not multiple sequence alignment</a:t>
            </a:r>
          </a:p>
          <a:p>
            <a:r>
              <a:rPr lang="en-US" dirty="0"/>
              <a:t>Use other tools (e.g. </a:t>
            </a:r>
            <a:r>
              <a:rPr lang="en-US" dirty="0" err="1" smtClean="0"/>
              <a:t>ClustalW</a:t>
            </a:r>
            <a:r>
              <a:rPr lang="en-US" dirty="0" smtClean="0"/>
              <a:t> or BLAST) for advanced uses</a:t>
            </a:r>
          </a:p>
          <a:p>
            <a:pPr lvl="1"/>
            <a:r>
              <a:rPr lang="en-US" dirty="0" err="1" smtClean="0"/>
              <a:t>Biopython</a:t>
            </a:r>
            <a:r>
              <a:rPr lang="en-US" dirty="0" smtClean="0"/>
              <a:t> can help parsing the results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9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Biopython</a:t>
            </a:r>
            <a:r>
              <a:rPr lang="en-US" dirty="0" smtClean="0"/>
              <a:t> –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Has many more features</a:t>
            </a:r>
          </a:p>
          <a:p>
            <a:pPr lvl="1"/>
            <a:r>
              <a:rPr lang="en-US" dirty="0" smtClean="0"/>
              <a:t>MANY parsers</a:t>
            </a:r>
          </a:p>
          <a:p>
            <a:r>
              <a:rPr lang="en-US" dirty="0"/>
              <a:t>I</a:t>
            </a:r>
            <a:r>
              <a:rPr lang="en-US" dirty="0" smtClean="0"/>
              <a:t>t is limited though</a:t>
            </a:r>
          </a:p>
          <a:p>
            <a:pPr lvl="1"/>
            <a:r>
              <a:rPr lang="en-US" dirty="0" smtClean="0"/>
              <a:t>For advanced uses, other tools must be used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952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IPython</a:t>
            </a:r>
            <a:r>
              <a:rPr lang="en-US" dirty="0" smtClean="0"/>
              <a:t> special commands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&lt;Tab</a:t>
            </a:r>
            <a:r>
              <a:rPr lang="en-US" dirty="0"/>
              <a:t>&gt; auto-completion &amp; UP/DOWN </a:t>
            </a:r>
            <a:r>
              <a:rPr lang="en-US" dirty="0" smtClean="0"/>
              <a:t>arrows</a:t>
            </a:r>
          </a:p>
          <a:p>
            <a:r>
              <a:rPr lang="en-US" dirty="0" smtClean="0"/>
              <a:t>Getting last outputs via _, __, ___, _n</a:t>
            </a:r>
          </a:p>
          <a:p>
            <a:r>
              <a:rPr lang="en-US" dirty="0" smtClean="0"/>
              <a:t>&lt;name&gt;?</a:t>
            </a:r>
          </a:p>
          <a:p>
            <a:r>
              <a:rPr lang="en-US" dirty="0" smtClean="0"/>
              <a:t>Magic commands:</a:t>
            </a:r>
          </a:p>
          <a:p>
            <a:pPr lvl="1"/>
            <a:r>
              <a:rPr lang="en-US" dirty="0" smtClean="0"/>
              <a:t>Shell-like: %echo, %</a:t>
            </a:r>
            <a:r>
              <a:rPr lang="en-US" dirty="0" err="1" smtClean="0"/>
              <a:t>ls</a:t>
            </a:r>
            <a:r>
              <a:rPr lang="en-US" dirty="0" smtClean="0"/>
              <a:t>, %</a:t>
            </a:r>
            <a:r>
              <a:rPr lang="en-US" dirty="0" err="1" smtClean="0"/>
              <a:t>pwd</a:t>
            </a:r>
            <a:r>
              <a:rPr lang="en-US" dirty="0" smtClean="0"/>
              <a:t>, %cd</a:t>
            </a:r>
          </a:p>
          <a:p>
            <a:pPr lvl="1"/>
            <a:r>
              <a:rPr lang="en-US" dirty="0" smtClean="0"/>
              <a:t>%system &lt;command&gt; </a:t>
            </a:r>
          </a:p>
          <a:p>
            <a:pPr lvl="1"/>
            <a:r>
              <a:rPr lang="en-US" dirty="0" smtClean="0"/>
              <a:t>%who &amp; %</a:t>
            </a:r>
            <a:r>
              <a:rPr lang="en-US" dirty="0" err="1" smtClean="0"/>
              <a:t>whos</a:t>
            </a:r>
            <a:endParaRPr lang="en-US" dirty="0" smtClean="0"/>
          </a:p>
          <a:p>
            <a:pPr lvl="1"/>
            <a:r>
              <a:rPr lang="en-US" dirty="0" smtClean="0"/>
              <a:t>%time &amp; %</a:t>
            </a:r>
            <a:r>
              <a:rPr lang="en-US" dirty="0" err="1" smtClean="0"/>
              <a:t>timeit</a:t>
            </a:r>
            <a:r>
              <a:rPr lang="en-US" dirty="0" smtClean="0"/>
              <a:t> (e.g</a:t>
            </a:r>
            <a:r>
              <a:rPr lang="en-US" dirty="0"/>
              <a:t>. </a:t>
            </a:r>
            <a:r>
              <a:rPr lang="en-US" sz="1800" i="1" dirty="0"/>
              <a:t>%time sum(range(10 ** 7</a:t>
            </a:r>
            <a:r>
              <a:rPr lang="en-US" sz="1800" i="1" dirty="0" smtClean="0"/>
              <a:t>))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We will see some more later in the course</a:t>
            </a:r>
          </a:p>
          <a:p>
            <a:pPr lvl="1"/>
            <a:r>
              <a:rPr lang="en-US" dirty="0"/>
              <a:t>F</a:t>
            </a:r>
            <a:r>
              <a:rPr lang="en-US" dirty="0" smtClean="0"/>
              <a:t>ull list: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ipython.org/ipython-doc/3/interactive/magics.html</a:t>
            </a:r>
            <a:r>
              <a:rPr lang="en-US" dirty="0" smtClean="0"/>
              <a:t> </a:t>
            </a:r>
          </a:p>
          <a:p>
            <a:r>
              <a:rPr lang="en-US" dirty="0" smtClean="0"/>
              <a:t>It all works in </a:t>
            </a:r>
            <a:r>
              <a:rPr lang="en-US" dirty="0" err="1" smtClean="0"/>
              <a:t>Jupyter</a:t>
            </a:r>
            <a:r>
              <a:rPr lang="en-US" dirty="0" smtClean="0"/>
              <a:t> too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76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Jupyter</a:t>
            </a:r>
            <a:r>
              <a:rPr lang="en-US" dirty="0" smtClean="0"/>
              <a:t> shortcuts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&lt;Tab&gt; for auto-completion</a:t>
            </a:r>
          </a:p>
          <a:p>
            <a:r>
              <a:rPr lang="en-US" dirty="0" smtClean="0"/>
              <a:t>&lt;Tab&gt;/&lt;Tab&gt;+&lt;Shift&gt; to change indentation</a:t>
            </a:r>
          </a:p>
          <a:p>
            <a:r>
              <a:rPr lang="en-US" dirty="0" smtClean="0"/>
              <a:t>Block selection using &lt;Alt&gt;</a:t>
            </a:r>
          </a:p>
          <a:p>
            <a:r>
              <a:rPr lang="en-US" dirty="0" smtClean="0"/>
              <a:t>&lt;Enter&gt;/&lt;Esc&gt; to switch editing mode</a:t>
            </a:r>
          </a:p>
          <a:p>
            <a:r>
              <a:rPr lang="en-US" dirty="0" smtClean="0"/>
              <a:t>&lt;Ctrl&gt;+&lt;Enter&gt; to run a cell</a:t>
            </a:r>
          </a:p>
          <a:p>
            <a:r>
              <a:rPr lang="en-US" dirty="0" smtClean="0"/>
              <a:t>a/b to add cells</a:t>
            </a:r>
          </a:p>
          <a:p>
            <a:r>
              <a:rPr lang="en-US" dirty="0" smtClean="0"/>
              <a:t>m/r/y to turn a cell into Markdown/Raw/Code</a:t>
            </a:r>
          </a:p>
          <a:p>
            <a:r>
              <a:rPr lang="en-US" dirty="0" smtClean="0"/>
              <a:t>More standard shortcuts:</a:t>
            </a:r>
          </a:p>
          <a:p>
            <a:pPr lvl="1"/>
            <a:r>
              <a:rPr lang="en-US" dirty="0" smtClean="0"/>
              <a:t>Ctrl-A for “select all”</a:t>
            </a:r>
          </a:p>
          <a:p>
            <a:pPr lvl="1"/>
            <a:r>
              <a:rPr lang="en-US" dirty="0" smtClean="0"/>
              <a:t>Ctrl-Z/Ctrl-Y for Undo/Redo</a:t>
            </a:r>
          </a:p>
          <a:p>
            <a:r>
              <a:rPr lang="en-US" dirty="0"/>
              <a:t>See: </a:t>
            </a:r>
            <a:r>
              <a:rPr lang="en-US" dirty="0">
                <a:hlinkClick r:id="rId2"/>
              </a:rPr>
              <a:t>https://www.cheatography.com/weidadeyue/cheat-sheets/jupyter-notebook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12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7231</TotalTime>
  <Words>253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Quantitative Biological Research with Python (92847)</vt:lpstr>
      <vt:lpstr>Error handling</vt:lpstr>
      <vt:lpstr>Sequence alignment in Biopython</vt:lpstr>
      <vt:lpstr>Biopython – summary</vt:lpstr>
      <vt:lpstr>IPython special commands</vt:lpstr>
      <vt:lpstr>Jupyter shortcuts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Biological Research with Python (92847) – Course Outline</dc:title>
  <dc:creator>Nadav Brandes</dc:creator>
  <cp:lastModifiedBy>Nadav Brandes</cp:lastModifiedBy>
  <cp:revision>312</cp:revision>
  <dcterms:created xsi:type="dcterms:W3CDTF">2016-10-14T13:10:16Z</dcterms:created>
  <dcterms:modified xsi:type="dcterms:W3CDTF">2019-11-26T15:51:43Z</dcterms:modified>
</cp:coreProperties>
</file>