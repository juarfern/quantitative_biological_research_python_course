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3" r:id="rId4"/>
    <p:sldId id="264" r:id="rId5"/>
    <p:sldId id="270" r:id="rId6"/>
    <p:sldId id="265" r:id="rId7"/>
    <p:sldId id="266" r:id="rId8"/>
    <p:sldId id="267" r:id="rId9"/>
    <p:sldId id="26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080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05-Nov-19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Quantitative Biological Research with Python (92847)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/>
              <a:t>TA 2 – More Python</a:t>
            </a:r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stack.imgur.com/Sxri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483" y="3364583"/>
            <a:ext cx="4563324" cy="339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just </a:t>
            </a:r>
            <a:r>
              <a:rPr lang="en-US" dirty="0"/>
              <a:t>use prints</a:t>
            </a:r>
          </a:p>
          <a:p>
            <a:pPr lvl="1"/>
            <a:r>
              <a:rPr lang="en-US" dirty="0"/>
              <a:t>(don’t forget deleting them later)</a:t>
            </a:r>
          </a:p>
          <a:p>
            <a:r>
              <a:rPr lang="en-US" dirty="0"/>
              <a:t>Comment conventions: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XXX = delete me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TODO = (something) to do</a:t>
            </a:r>
          </a:p>
          <a:p>
            <a:r>
              <a:rPr lang="en-US" dirty="0" smtClean="0"/>
              <a:t>If you use an IDE, there are debuggers</a:t>
            </a:r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53086"/>
            <a:ext cx="4296243" cy="200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Learning how to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impossible to learn how to do everything in Python</a:t>
            </a:r>
          </a:p>
          <a:p>
            <a:r>
              <a:rPr lang="en-US" dirty="0"/>
              <a:t>A key part of programming is searching for answers</a:t>
            </a:r>
          </a:p>
          <a:p>
            <a:pPr lvl="1"/>
            <a:r>
              <a:rPr lang="en-US" dirty="0"/>
              <a:t>How to do something</a:t>
            </a:r>
          </a:p>
          <a:p>
            <a:pPr lvl="1"/>
            <a:r>
              <a:rPr lang="en-US" dirty="0"/>
              <a:t>How to do something properly</a:t>
            </a:r>
          </a:p>
          <a:p>
            <a:pPr lvl="1"/>
            <a:r>
              <a:rPr lang="en-US" dirty="0"/>
              <a:t>Why something doesn’t work as 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4832" y="5786861"/>
            <a:ext cx="5216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“Give a man a fish and you feed him for a day; teach a man to fish and you feed him for a lifetime.“</a:t>
            </a:r>
          </a:p>
          <a:p>
            <a:r>
              <a:rPr lang="en-US" dirty="0">
                <a:solidFill>
                  <a:prstClr val="black"/>
                </a:solidFill>
              </a:rPr>
              <a:t>    </a:t>
            </a:r>
            <a:r>
              <a:rPr lang="en-US" sz="1400" strike="sngStrike" dirty="0">
                <a:solidFill>
                  <a:prstClr val="black"/>
                </a:solidFill>
              </a:rPr>
              <a:t>Albert Einstein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0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Getting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Google is your best friend</a:t>
            </a:r>
          </a:p>
          <a:p>
            <a:r>
              <a:rPr lang="en-US" dirty="0" err="1"/>
              <a:t>Stackoverflow</a:t>
            </a:r>
            <a:r>
              <a:rPr lang="en-US" dirty="0"/>
              <a:t> is your second best friend</a:t>
            </a:r>
          </a:p>
          <a:p>
            <a:r>
              <a:rPr lang="en-US" dirty="0"/>
              <a:t>Python docs (</a:t>
            </a:r>
            <a:r>
              <a:rPr lang="en-US" dirty="0">
                <a:hlinkClick r:id="rId2"/>
              </a:rPr>
              <a:t>https://docs.python.org</a:t>
            </a:r>
            <a:r>
              <a:rPr lang="en-US" dirty="0"/>
              <a:t>)</a:t>
            </a:r>
          </a:p>
          <a:p>
            <a:r>
              <a:rPr lang="en-US" dirty="0"/>
              <a:t>Don’t be afraid to read the manual</a:t>
            </a:r>
          </a:p>
          <a:p>
            <a:r>
              <a:rPr lang="en-US" dirty="0"/>
              <a:t>Don’t even be afraid to read source code</a:t>
            </a:r>
          </a:p>
          <a:p>
            <a:r>
              <a:rPr lang="en-US" dirty="0"/>
              <a:t>README.txt files</a:t>
            </a:r>
          </a:p>
          <a:p>
            <a:r>
              <a:rPr lang="en-US" dirty="0"/>
              <a:t>More options:</a:t>
            </a:r>
          </a:p>
          <a:p>
            <a:pPr lvl="1"/>
            <a:r>
              <a:rPr lang="en-US" dirty="0"/>
              <a:t>Tutorials</a:t>
            </a:r>
          </a:p>
          <a:p>
            <a:pPr lvl="1"/>
            <a:r>
              <a:rPr lang="en-US" dirty="0"/>
              <a:t>Forums </a:t>
            </a:r>
          </a:p>
          <a:p>
            <a:pPr lvl="1"/>
            <a:r>
              <a:rPr lang="en-US" dirty="0"/>
              <a:t>GitHub Issues </a:t>
            </a:r>
            <a:endParaRPr lang="he-IL" dirty="0"/>
          </a:p>
          <a:p>
            <a:r>
              <a:rPr lang="en-US" dirty="0"/>
              <a:t>Don’t be afraid to try (e.g. Python shell)</a:t>
            </a:r>
          </a:p>
          <a:p>
            <a:r>
              <a:rPr lang="en-US" dirty="0"/>
              <a:t>Asking for help is also legitimate</a:t>
            </a:r>
          </a:p>
        </p:txBody>
      </p:sp>
    </p:spTree>
    <p:extLst>
      <p:ext uri="{BB962C8B-B14F-4D97-AF65-F5344CB8AC3E}">
        <p14:creationId xmlns:p14="http://schemas.microsoft.com/office/powerpoint/2010/main" val="319470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583" y="63377"/>
            <a:ext cx="6234005" cy="67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0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71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4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1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9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49" y="0"/>
            <a:ext cx="12169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6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17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Functions –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reusability (code duplication is </a:t>
            </a:r>
            <a:r>
              <a:rPr lang="en-US" dirty="0" smtClean="0"/>
              <a:t>a bad idea)</a:t>
            </a:r>
            <a:endParaRPr lang="en-US" dirty="0"/>
          </a:p>
          <a:p>
            <a:r>
              <a:rPr lang="en-US" dirty="0"/>
              <a:t>Code readability (separating logical units, thereby reducing cognitive load)</a:t>
            </a:r>
          </a:p>
          <a:p>
            <a:pPr lvl="1"/>
            <a:r>
              <a:rPr lang="en-US" dirty="0"/>
              <a:t>Even if a function is only used once</a:t>
            </a:r>
          </a:p>
        </p:txBody>
      </p:sp>
    </p:spTree>
    <p:extLst>
      <p:ext uri="{BB962C8B-B14F-4D97-AF65-F5344CB8AC3E}">
        <p14:creationId xmlns:p14="http://schemas.microsoft.com/office/powerpoint/2010/main" val="110145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Python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r>
              <a:rPr lang="en-US" dirty="0"/>
              <a:t>Modules</a:t>
            </a:r>
          </a:p>
          <a:p>
            <a:r>
              <a:rPr lang="en-US" dirty="0" smtClean="0"/>
              <a:t>Sorting</a:t>
            </a:r>
            <a:endParaRPr lang="en-US" dirty="0"/>
          </a:p>
          <a:p>
            <a:r>
              <a:rPr lang="en-US" dirty="0"/>
              <a:t>Working with files</a:t>
            </a:r>
          </a:p>
        </p:txBody>
      </p:sp>
    </p:spTree>
    <p:extLst>
      <p:ext uri="{BB962C8B-B14F-4D97-AF65-F5344CB8AC3E}">
        <p14:creationId xmlns:p14="http://schemas.microsoft.com/office/powerpoint/2010/main" val="263393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4133</TotalTime>
  <Words>222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Quantitative Biological Research with Python (92847)</vt:lpstr>
      <vt:lpstr>Debugging</vt:lpstr>
      <vt:lpstr>Learning how to learn</vt:lpstr>
      <vt:lpstr>Getting answers</vt:lpstr>
      <vt:lpstr>PowerPoint Presentation</vt:lpstr>
      <vt:lpstr>PowerPoint Presentation</vt:lpstr>
      <vt:lpstr>PowerPoint Presentation</vt:lpstr>
      <vt:lpstr>PowerPoint Presentation</vt:lpstr>
      <vt:lpstr>Functions – why?</vt:lpstr>
      <vt:lpstr>More Python topics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248</cp:revision>
  <dcterms:created xsi:type="dcterms:W3CDTF">2016-10-14T13:10:16Z</dcterms:created>
  <dcterms:modified xsi:type="dcterms:W3CDTF">2019-11-05T13:08:08Z</dcterms:modified>
</cp:coreProperties>
</file>