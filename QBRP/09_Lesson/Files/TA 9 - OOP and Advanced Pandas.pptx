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34" autoAdjust="0"/>
  </p:normalViewPr>
  <p:slideViewPr>
    <p:cSldViewPr snapToGrid="0">
      <p:cViewPr varScale="1">
        <p:scale>
          <a:sx n="70" d="100"/>
          <a:sy n="70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1347F-173B-4575-8806-9C4B1CF3BE62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CA625-7EC5-4524-990B-ECC7DABAF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6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4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7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9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0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9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8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2CBD-171B-4CF1-AEF8-3F52DBC11674}" type="datetimeFigureOut">
              <a:rPr lang="en-US" smtClean="0"/>
              <a:t>30-Dec-19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E762C-5CD7-4709-9F3B-CEF473DD0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2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Quantitative Biological Research with Python (92847)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41654"/>
            <a:ext cx="9144000" cy="1655762"/>
          </a:xfrm>
        </p:spPr>
        <p:txBody>
          <a:bodyPr/>
          <a:lstStyle/>
          <a:p>
            <a:r>
              <a:rPr lang="en-US" dirty="0"/>
              <a:t>TA 9 - OOP and Advanced Pandas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2749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</a:t>
            </a:r>
            <a:r>
              <a:rPr lang="en-US" dirty="0" smtClean="0"/>
              <a:t>bject </a:t>
            </a:r>
            <a:r>
              <a:rPr lang="en-US" b="1" dirty="0" smtClean="0"/>
              <a:t>O</a:t>
            </a:r>
            <a:r>
              <a:rPr lang="en-US" dirty="0" smtClean="0"/>
              <a:t>riented </a:t>
            </a:r>
            <a:r>
              <a:rPr lang="en-US" b="1" dirty="0" smtClean="0"/>
              <a:t>P</a:t>
            </a:r>
            <a:r>
              <a:rPr lang="en-US" dirty="0" smtClean="0"/>
              <a:t>rogramming</a:t>
            </a:r>
          </a:p>
          <a:p>
            <a:r>
              <a:rPr lang="en-US" dirty="0" smtClean="0"/>
              <a:t>A framework for thinking about programming problems</a:t>
            </a:r>
          </a:p>
          <a:p>
            <a:pPr lvl="1"/>
            <a:r>
              <a:rPr lang="en-US" dirty="0" smtClean="0"/>
              <a:t>Thinking in terms of </a:t>
            </a:r>
            <a:r>
              <a:rPr lang="en-US" b="1" dirty="0" smtClean="0"/>
              <a:t>objects</a:t>
            </a:r>
            <a:r>
              <a:rPr lang="en-US" dirty="0" smtClean="0"/>
              <a:t>, </a:t>
            </a:r>
            <a:r>
              <a:rPr lang="en-US" b="1" dirty="0" smtClean="0"/>
              <a:t>classes</a:t>
            </a:r>
            <a:r>
              <a:rPr lang="en-US" dirty="0" smtClean="0"/>
              <a:t>, </a:t>
            </a:r>
            <a:r>
              <a:rPr lang="en-US" b="1" dirty="0" smtClean="0"/>
              <a:t>members</a:t>
            </a:r>
            <a:r>
              <a:rPr lang="en-US" dirty="0" smtClean="0"/>
              <a:t>/</a:t>
            </a:r>
            <a:r>
              <a:rPr lang="en-US" b="1" dirty="0" smtClean="0"/>
              <a:t>fields</a:t>
            </a:r>
            <a:r>
              <a:rPr lang="en-US" dirty="0" smtClean="0"/>
              <a:t> and </a:t>
            </a:r>
            <a:r>
              <a:rPr lang="en-US" b="1" dirty="0" smtClean="0"/>
              <a:t>methods</a:t>
            </a:r>
          </a:p>
          <a:p>
            <a:pPr lvl="1"/>
            <a:r>
              <a:rPr lang="en-US" dirty="0" smtClean="0"/>
              <a:t>Often results cleaner and more easily extendable code</a:t>
            </a:r>
          </a:p>
          <a:p>
            <a:r>
              <a:rPr lang="en-US" dirty="0" smtClean="0"/>
              <a:t>A very deep and broad topic, but we are going to take a very narrow technical perspective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4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is an object?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Object </a:t>
            </a:r>
            <a:r>
              <a:rPr lang="en-US" dirty="0" smtClean="0"/>
              <a:t>is an </a:t>
            </a:r>
            <a:r>
              <a:rPr lang="en-US" b="1" dirty="0" smtClean="0"/>
              <a:t>instance</a:t>
            </a:r>
            <a:r>
              <a:rPr lang="en-US" dirty="0" smtClean="0"/>
              <a:t> of a </a:t>
            </a:r>
            <a:r>
              <a:rPr lang="en-US" b="1" dirty="0" smtClean="0"/>
              <a:t>class</a:t>
            </a:r>
            <a:r>
              <a:rPr lang="en-US" dirty="0" smtClean="0"/>
              <a:t> (the type of the object).</a:t>
            </a:r>
          </a:p>
          <a:p>
            <a:pPr lvl="1"/>
            <a:r>
              <a:rPr lang="en-US" dirty="0" smtClean="0"/>
              <a:t>E.g. </a:t>
            </a:r>
            <a:r>
              <a:rPr lang="en-US" i="1" dirty="0" smtClean="0"/>
              <a:t>‘Hello world’ </a:t>
            </a:r>
            <a:r>
              <a:rPr lang="en-US" dirty="0" smtClean="0"/>
              <a:t>is an instance of </a:t>
            </a:r>
            <a:r>
              <a:rPr lang="en-US" i="1" dirty="0" err="1" smtClean="0"/>
              <a:t>str</a:t>
            </a:r>
            <a:endParaRPr lang="en-US" i="1" dirty="0" smtClean="0"/>
          </a:p>
          <a:p>
            <a:r>
              <a:rPr lang="en-US" dirty="0" smtClean="0"/>
              <a:t>An </a:t>
            </a:r>
            <a:r>
              <a:rPr lang="en-US" b="1" dirty="0" smtClean="0"/>
              <a:t>Object </a:t>
            </a:r>
            <a:r>
              <a:rPr lang="en-US" dirty="0" smtClean="0"/>
              <a:t>has:</a:t>
            </a:r>
          </a:p>
          <a:p>
            <a:pPr lvl="1"/>
            <a:r>
              <a:rPr lang="en-US" b="1" dirty="0" smtClean="0"/>
              <a:t>members</a:t>
            </a:r>
            <a:r>
              <a:rPr lang="en-US" dirty="0" smtClean="0"/>
              <a:t>/</a:t>
            </a:r>
            <a:r>
              <a:rPr lang="en-US" b="1" dirty="0" smtClean="0"/>
              <a:t>fields</a:t>
            </a:r>
            <a:r>
              <a:rPr lang="en-US" dirty="0" smtClean="0"/>
              <a:t>: </a:t>
            </a:r>
            <a:r>
              <a:rPr lang="en-US" dirty="0" smtClean="0"/>
              <a:t>the </a:t>
            </a:r>
            <a:r>
              <a:rPr lang="en-US" dirty="0" smtClean="0"/>
              <a:t>variables associated with the </a:t>
            </a:r>
            <a:r>
              <a:rPr lang="en-US" dirty="0" smtClean="0"/>
              <a:t>object, </a:t>
            </a:r>
            <a:r>
              <a:rPr lang="en-US" dirty="0" smtClean="0"/>
              <a:t>e.g. </a:t>
            </a:r>
            <a:r>
              <a:rPr lang="en-US" i="1" dirty="0" err="1" smtClean="0"/>
              <a:t>df.values</a:t>
            </a:r>
            <a:endParaRPr lang="en-US" i="1" dirty="0" smtClean="0"/>
          </a:p>
          <a:p>
            <a:pPr lvl="1"/>
            <a:r>
              <a:rPr lang="en-US" dirty="0" smtClean="0"/>
              <a:t>(bound) </a:t>
            </a:r>
            <a:r>
              <a:rPr lang="en-US" b="1" dirty="0" smtClean="0"/>
              <a:t>methods</a:t>
            </a:r>
            <a:r>
              <a:rPr lang="en-US" dirty="0" smtClean="0"/>
              <a:t>: the </a:t>
            </a:r>
            <a:r>
              <a:rPr lang="en-US" dirty="0" smtClean="0"/>
              <a:t>functions </a:t>
            </a:r>
            <a:r>
              <a:rPr lang="en-US" dirty="0"/>
              <a:t>associated with </a:t>
            </a:r>
            <a:r>
              <a:rPr lang="en-US" dirty="0" smtClean="0"/>
              <a:t>it, </a:t>
            </a:r>
            <a:r>
              <a:rPr lang="en-US" dirty="0" smtClean="0"/>
              <a:t>e.g. </a:t>
            </a:r>
            <a:r>
              <a:rPr lang="en-US" i="1" dirty="0" err="1" smtClean="0"/>
              <a:t>df.sort_values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3247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hallmark of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 smtClean="0"/>
              <a:t>object.do_something</a:t>
            </a:r>
            <a:r>
              <a:rPr lang="en-US" b="1" i="1" dirty="0" smtClean="0"/>
              <a:t>(</a:t>
            </a:r>
            <a:r>
              <a:rPr lang="en-US" b="1" i="1" dirty="0" err="1" smtClean="0"/>
              <a:t>args</a:t>
            </a:r>
            <a:r>
              <a:rPr lang="en-US" b="1" i="1" dirty="0" smtClean="0"/>
              <a:t>)</a:t>
            </a:r>
            <a:r>
              <a:rPr lang="en-US" dirty="0" smtClean="0"/>
              <a:t> instead of </a:t>
            </a:r>
            <a:r>
              <a:rPr lang="en-US" b="1" i="1" dirty="0" err="1" smtClean="0"/>
              <a:t>do_something</a:t>
            </a:r>
            <a:r>
              <a:rPr lang="en-US" b="1" i="1" dirty="0" smtClean="0"/>
              <a:t>(object, </a:t>
            </a:r>
            <a:r>
              <a:rPr lang="en-US" b="1" i="1" dirty="0" err="1" smtClean="0"/>
              <a:t>args</a:t>
            </a:r>
            <a:r>
              <a:rPr lang="en-US" b="1" i="1" dirty="0" smtClean="0"/>
              <a:t>)</a:t>
            </a:r>
            <a:endParaRPr lang="en-US" b="1" dirty="0" smtClean="0"/>
          </a:p>
          <a:p>
            <a:r>
              <a:rPr lang="en-US" i="1" dirty="0" smtClean="0"/>
              <a:t>Makes chaining of operations much more readable: </a:t>
            </a:r>
            <a:r>
              <a:rPr lang="en-US" b="1" i="1" dirty="0" smtClean="0"/>
              <a:t>object.f1</a:t>
            </a:r>
            <a:r>
              <a:rPr lang="en-US" b="1" i="1" dirty="0" smtClean="0"/>
              <a:t>().f2(arg1, arg2).f3(arg3) </a:t>
            </a:r>
            <a:r>
              <a:rPr lang="en-US" dirty="0" smtClean="0"/>
              <a:t>is much nicer than </a:t>
            </a:r>
            <a:r>
              <a:rPr lang="en-US" b="1" i="1" dirty="0" smtClean="0"/>
              <a:t>f3(f2(f1(object), arg1, arg2), arg3)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77224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OOP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Unlike many scripting languages, Python is fully object oriented.</a:t>
            </a:r>
          </a:p>
          <a:p>
            <a:r>
              <a:rPr lang="en-US" dirty="0" smtClean="0"/>
              <a:t>Python doesn’t really have native types - </a:t>
            </a:r>
            <a:r>
              <a:rPr lang="en-US" b="1" dirty="0" smtClean="0"/>
              <a:t>everything is an object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Writing new classes is very easy and straightforward.</a:t>
            </a:r>
          </a:p>
        </p:txBody>
      </p:sp>
    </p:spTree>
    <p:extLst>
      <p:ext uri="{BB962C8B-B14F-4D97-AF65-F5344CB8AC3E}">
        <p14:creationId xmlns:p14="http://schemas.microsoft.com/office/powerpoint/2010/main" val="2504369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Advanced Pandas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Topics:</a:t>
            </a:r>
          </a:p>
          <a:p>
            <a:pPr lvl="1"/>
            <a:r>
              <a:rPr lang="en-US" dirty="0" smtClean="0"/>
              <a:t>Grouping and aggregation</a:t>
            </a:r>
          </a:p>
          <a:p>
            <a:pPr lvl="1"/>
            <a:r>
              <a:rPr lang="en-US" dirty="0" smtClean="0"/>
              <a:t>Merging and concatenation</a:t>
            </a:r>
          </a:p>
          <a:p>
            <a:pPr lvl="1"/>
            <a:r>
              <a:rPr lang="en-US" dirty="0" err="1" smtClean="0"/>
              <a:t>MultiIndex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3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Pandas is a very strong library</a:t>
            </a:r>
          </a:p>
          <a:p>
            <a:r>
              <a:rPr lang="en-US" dirty="0" smtClean="0"/>
              <a:t>Almost anything can be done efficiently within its </a:t>
            </a:r>
            <a:r>
              <a:rPr lang="en-US" dirty="0" err="1" smtClean="0"/>
              <a:t>DataFrame</a:t>
            </a:r>
            <a:r>
              <a:rPr lang="en-US" dirty="0" smtClean="0"/>
              <a:t>/Series framework</a:t>
            </a:r>
          </a:p>
          <a:p>
            <a:pPr lvl="1"/>
            <a:r>
              <a:rPr lang="en-US" dirty="0" smtClean="0"/>
              <a:t>Though not always easy to find if you don’t know what you are looking for</a:t>
            </a:r>
          </a:p>
          <a:p>
            <a:r>
              <a:rPr lang="en-US" dirty="0" smtClean="0"/>
              <a:t>Highly recommended to </a:t>
            </a:r>
            <a:r>
              <a:rPr lang="en-US" dirty="0" smtClean="0"/>
              <a:t>gloss over the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49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22769</TotalTime>
  <Words>248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Quantitative Biological Research with Python (92847)</vt:lpstr>
      <vt:lpstr>OOP</vt:lpstr>
      <vt:lpstr>What is an object?</vt:lpstr>
      <vt:lpstr>The hallmark of OOP</vt:lpstr>
      <vt:lpstr>OOP in Python</vt:lpstr>
      <vt:lpstr>Advanced Pandas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Biological Research with Python (92847) – Course Outline</dc:title>
  <dc:creator>Nadav Brandes</dc:creator>
  <cp:lastModifiedBy>Nadav Brandes</cp:lastModifiedBy>
  <cp:revision>830</cp:revision>
  <dcterms:created xsi:type="dcterms:W3CDTF">2016-10-14T13:10:16Z</dcterms:created>
  <dcterms:modified xsi:type="dcterms:W3CDTF">2019-12-30T14:47:06Z</dcterms:modified>
</cp:coreProperties>
</file>