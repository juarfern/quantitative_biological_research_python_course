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834" autoAdjust="0"/>
  </p:normalViewPr>
  <p:slideViewPr>
    <p:cSldViewPr snapToGrid="0">
      <p:cViewPr varScale="1">
        <p:scale>
          <a:sx n="70" d="100"/>
          <a:sy n="70" d="100"/>
        </p:scale>
        <p:origin x="70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06-Nov-18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040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06-Nov-18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70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06-Nov-18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16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06-Nov-18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425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06-Nov-18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598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06-Nov-18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991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06-Nov-18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462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06-Nov-18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104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06-Nov-18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90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06-Nov-18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594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06-Nov-18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288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C2CBD-171B-4CF1-AEF8-3F52DBC11674}" type="datetimeFigureOut">
              <a:rPr lang="en-US" smtClean="0"/>
              <a:t>06-Nov-18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125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biopython.org/wiki/Documentation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Quantitative Biological Research with Python (92847)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041654"/>
            <a:ext cx="9144000" cy="1655762"/>
          </a:xfrm>
        </p:spPr>
        <p:txBody>
          <a:bodyPr/>
          <a:lstStyle/>
          <a:p>
            <a:r>
              <a:rPr lang="en-US" dirty="0"/>
              <a:t>TA 4 - </a:t>
            </a:r>
            <a:r>
              <a:rPr lang="en-US" dirty="0" err="1"/>
              <a:t>Biopython</a:t>
            </a:r>
            <a:r>
              <a:rPr lang="en-US" dirty="0"/>
              <a:t> and More Functional Programming</a:t>
            </a:r>
          </a:p>
        </p:txBody>
      </p:sp>
    </p:spTree>
    <p:extLst>
      <p:ext uri="{BB962C8B-B14F-4D97-AF65-F5344CB8AC3E}">
        <p14:creationId xmlns:p14="http://schemas.microsoft.com/office/powerpoint/2010/main" val="2527496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Handling big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03631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Huge files are common in biological databases</a:t>
            </a:r>
          </a:p>
          <a:p>
            <a:pPr lvl="1"/>
            <a:r>
              <a:rPr lang="en-US" dirty="0" smtClean="0"/>
              <a:t>Some are measured in terabytes (1TB = 1000GB)</a:t>
            </a:r>
          </a:p>
          <a:p>
            <a:r>
              <a:rPr lang="en-US" dirty="0" smtClean="0"/>
              <a:t>Computers have a finite amount of memory</a:t>
            </a:r>
          </a:p>
          <a:p>
            <a:r>
              <a:rPr lang="en-US" dirty="0" smtClean="0"/>
              <a:t>We don’t always have the luxury of loading the entire dataset to memory before processing it</a:t>
            </a:r>
          </a:p>
          <a:p>
            <a:r>
              <a:rPr lang="en-US" dirty="0" smtClean="0"/>
              <a:t>One of the reasons why Python generators are so handy</a:t>
            </a:r>
          </a:p>
          <a:p>
            <a:pPr lvl="1"/>
            <a:r>
              <a:rPr lang="en-US" dirty="0" err="1" smtClean="0"/>
              <a:t>Biopython</a:t>
            </a:r>
            <a:r>
              <a:rPr lang="en-US" dirty="0" smtClean="0"/>
              <a:t> provides a generator interface</a:t>
            </a:r>
          </a:p>
          <a:p>
            <a:r>
              <a:rPr lang="en-US" dirty="0" smtClean="0"/>
              <a:t>CPU-Memory tradeoff (e.g. hash tables)</a:t>
            </a:r>
          </a:p>
          <a:p>
            <a:r>
              <a:rPr lang="en-US" dirty="0" smtClean="0"/>
              <a:t>Can also random-access files: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710" y="5729256"/>
            <a:ext cx="7941634" cy="895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262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The FASTA 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very simple and readable format for biological sequences (DNA, RNA and protein)</a:t>
            </a:r>
          </a:p>
          <a:p>
            <a:r>
              <a:rPr lang="en-US" dirty="0" smtClean="0"/>
              <a:t>You can </a:t>
            </a:r>
            <a:r>
              <a:rPr lang="en-US" dirty="0" smtClean="0"/>
              <a:t>even write FASTA files by hand</a:t>
            </a:r>
          </a:p>
          <a:p>
            <a:r>
              <a:rPr lang="en-US" dirty="0" smtClean="0"/>
              <a:t>FASTA stands for “FAST-All”, because it works with any alphabet</a:t>
            </a:r>
          </a:p>
          <a:p>
            <a:pPr lvl="1"/>
            <a:r>
              <a:rPr lang="en-US" dirty="0" smtClean="0"/>
              <a:t>[As </a:t>
            </a:r>
            <a:r>
              <a:rPr lang="en-US" dirty="0"/>
              <a:t>opposed to "FAST-P" (protein) and "FAST-N" (nucleotide</a:t>
            </a:r>
            <a:r>
              <a:rPr lang="en-US" dirty="0" smtClean="0"/>
              <a:t>)]</a:t>
            </a:r>
          </a:p>
          <a:p>
            <a:pPr lvl="1"/>
            <a:r>
              <a:rPr lang="en-US" dirty="0" smtClean="0"/>
              <a:t>It’s a legacy from a 1985 sequence alignment software</a:t>
            </a:r>
          </a:p>
          <a:p>
            <a:r>
              <a:rPr lang="en-US" dirty="0" smtClean="0"/>
              <a:t>Just a list of descriptors and sequences in one-letter code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118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555" y="1023042"/>
            <a:ext cx="9940674" cy="32511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4" y="4274227"/>
            <a:ext cx="990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…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7315199" y="653710"/>
            <a:ext cx="1539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Description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78598" y="1023042"/>
            <a:ext cx="8410669" cy="2625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8598" y="959667"/>
            <a:ext cx="597529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57555" y="590335"/>
            <a:ext cx="1539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ID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Right Brace 11"/>
          <p:cNvSpPr/>
          <p:nvPr/>
        </p:nvSpPr>
        <p:spPr>
          <a:xfrm>
            <a:off x="9786796" y="1348966"/>
            <a:ext cx="325925" cy="805759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112721" y="1421394"/>
            <a:ext cx="19917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Sequence (white spaces are ignored)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715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Biopython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SeqIO</a:t>
            </a:r>
            <a:r>
              <a:rPr lang="en-US" dirty="0"/>
              <a:t> (reading &amp; writing)</a:t>
            </a:r>
          </a:p>
          <a:p>
            <a:pPr lvl="1"/>
            <a:r>
              <a:rPr lang="en-US" dirty="0"/>
              <a:t>FASTA</a:t>
            </a:r>
          </a:p>
          <a:p>
            <a:pPr lvl="1"/>
            <a:r>
              <a:rPr lang="en-US" dirty="0" err="1" smtClean="0"/>
              <a:t>GeneBank</a:t>
            </a:r>
            <a:endParaRPr lang="en-US" dirty="0" smtClean="0"/>
          </a:p>
          <a:p>
            <a:r>
              <a:rPr lang="en-US" dirty="0" err="1" smtClean="0"/>
              <a:t>Seq</a:t>
            </a:r>
            <a:r>
              <a:rPr lang="en-US" dirty="0" smtClean="0"/>
              <a:t> &amp; </a:t>
            </a:r>
            <a:r>
              <a:rPr lang="en-US" dirty="0" err="1" smtClean="0"/>
              <a:t>SeqRecord</a:t>
            </a:r>
            <a:r>
              <a:rPr lang="en-US" dirty="0" smtClean="0"/>
              <a:t> objects</a:t>
            </a:r>
          </a:p>
          <a:p>
            <a:pPr lvl="1"/>
            <a:r>
              <a:rPr lang="en-US" dirty="0" smtClean="0"/>
              <a:t>Manipulating sequences</a:t>
            </a:r>
          </a:p>
          <a:p>
            <a:r>
              <a:rPr lang="en-US" dirty="0" err="1" smtClean="0"/>
              <a:t>CodonTable</a:t>
            </a:r>
            <a:r>
              <a:rPr lang="en-US" dirty="0"/>
              <a:t>,</a:t>
            </a:r>
            <a:r>
              <a:rPr lang="en-US" dirty="0" smtClean="0"/>
              <a:t> GC</a:t>
            </a:r>
          </a:p>
          <a:p>
            <a:endParaRPr lang="en-US" dirty="0" smtClean="0"/>
          </a:p>
        </p:txBody>
      </p:sp>
      <p:pic>
        <p:nvPicPr>
          <p:cNvPr id="1026" name="Picture 2" descr="https://upload.wikimedia.org/wikipedia/en/1/13/Biopython_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6" y="5827712"/>
            <a:ext cx="3048000" cy="857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7948" y="1919259"/>
            <a:ext cx="6384379" cy="40207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93971" y="5969621"/>
            <a:ext cx="4540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http://</a:t>
            </a:r>
            <a:r>
              <a:rPr lang="en-US" dirty="0" smtClean="0">
                <a:hlinkClick r:id="rId4"/>
              </a:rPr>
              <a:t>biopython.org/wiki/Documentation</a:t>
            </a:r>
            <a:r>
              <a:rPr lang="en-US" dirty="0" smtClean="0"/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5390" y="5142368"/>
            <a:ext cx="4925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Don’t forget citing the relevant papers if you use </a:t>
            </a:r>
            <a:r>
              <a:rPr lang="en-US" dirty="0" err="1" smtClean="0">
                <a:solidFill>
                  <a:srgbClr val="FF0000"/>
                </a:solidFill>
              </a:rPr>
              <a:t>Biopython</a:t>
            </a:r>
            <a:r>
              <a:rPr lang="en-US" dirty="0" smtClean="0">
                <a:solidFill>
                  <a:srgbClr val="FF0000"/>
                </a:solidFill>
              </a:rPr>
              <a:t> for your published work 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4672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1595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995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mtClean="0"/>
              <a:t>More Functional </a:t>
            </a:r>
            <a:r>
              <a:rPr lang="en-US" dirty="0" smtClean="0"/>
              <a:t>Programming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Recap</a:t>
            </a:r>
          </a:p>
          <a:p>
            <a:r>
              <a:rPr lang="en-US" dirty="0" smtClean="0"/>
              <a:t>operator &amp; </a:t>
            </a:r>
            <a:r>
              <a:rPr lang="en-US" dirty="0" err="1" smtClean="0"/>
              <a:t>itertools</a:t>
            </a:r>
            <a:r>
              <a:rPr lang="en-US" dirty="0" smtClean="0"/>
              <a:t> modules</a:t>
            </a:r>
          </a:p>
          <a:p>
            <a:r>
              <a:rPr lang="en-US" dirty="0" smtClean="0"/>
              <a:t>One-liners</a:t>
            </a:r>
          </a:p>
          <a:p>
            <a:r>
              <a:rPr lang="en-US" dirty="0" smtClean="0"/>
              <a:t>*</a:t>
            </a:r>
            <a:r>
              <a:rPr lang="en-US" dirty="0" err="1" smtClean="0"/>
              <a:t>args</a:t>
            </a:r>
            <a:r>
              <a:rPr lang="en-US" dirty="0" smtClean="0"/>
              <a:t> and **</a:t>
            </a:r>
            <a:r>
              <a:rPr lang="en-US" dirty="0" err="1" smtClean="0"/>
              <a:t>kwargs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31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3685</TotalTime>
  <Words>221</Words>
  <Application>Microsoft Office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Quantitative Biological Research with Python (92847)</vt:lpstr>
      <vt:lpstr>Handling big data</vt:lpstr>
      <vt:lpstr>The FASTA format</vt:lpstr>
      <vt:lpstr>PowerPoint Presentation</vt:lpstr>
      <vt:lpstr>Biopython</vt:lpstr>
      <vt:lpstr>PowerPoint Presentation</vt:lpstr>
      <vt:lpstr>More Functional Programming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Quantitative Biological Research with Python (92847) – Course Outline</dc:title>
  <dc:creator>Nadav Brandes</dc:creator>
  <cp:lastModifiedBy>Nadav Brandes</cp:lastModifiedBy>
  <cp:revision>296</cp:revision>
  <dcterms:created xsi:type="dcterms:W3CDTF">2016-10-14T13:10:16Z</dcterms:created>
  <dcterms:modified xsi:type="dcterms:W3CDTF">2018-11-06T09:48:29Z</dcterms:modified>
</cp:coreProperties>
</file>